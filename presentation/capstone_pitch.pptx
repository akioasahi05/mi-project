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15F23"/>
                </a:solidFill>
              </a:defRPr>
            </a:pPr>
            <a:r>
              <a:t>SMS Spam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AI Capstone Project</a:t>
            </a:r>
          </a:p>
          <a:p>
            <a:pPr>
              <a:spcAft>
                <a:spcPts val="1800"/>
              </a:spcAft>
              <a:defRPr sz="2200"/>
            </a:pPr>
            <a:r>
              <a:t>Goal: flag SMS messages that resemble spam</a:t>
            </a:r>
          </a:p>
          <a:p>
            <a:pPr>
              <a:spcAft>
                <a:spcPts val="1800"/>
              </a:spcAft>
              <a:defRPr sz="2200"/>
            </a:pPr>
            <a:r>
              <a:t>Approach: TF-IDF + Logistic Regression</a:t>
            </a:r>
          </a:p>
          <a:p>
            <a:pPr>
              <a:spcAft>
                <a:spcPts val="1800"/>
              </a:spcAft>
              <a:defRPr sz="2200"/>
            </a:pPr>
            <a:r>
              <a:t>Educational prototype; not a production security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AI Capstone · SMS Spam Detection ·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15F23"/>
                </a:solidFill>
              </a:defRPr>
            </a:pPr>
            <a:r>
              <a:t>The Problem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Unwanted and fraudulent SMS messages can be difficult to spot</a:t>
            </a:r>
          </a:p>
          <a:p>
            <a:pPr>
              <a:spcAft>
                <a:spcPts val="1800"/>
              </a:spcAft>
              <a:defRPr sz="2200"/>
            </a:pPr>
            <a:r>
              <a:t>Input: message text; label: spam or ham</a:t>
            </a:r>
          </a:p>
          <a:p>
            <a:pPr>
              <a:spcAft>
                <a:spcPts val="1800"/>
              </a:spcAft>
              <a:defRPr sz="2200"/>
            </a:pPr>
            <a:r>
              <a:t>Included CSV is a small illustrative sample</a:t>
            </a:r>
          </a:p>
          <a:p>
            <a:pPr>
              <a:spcAft>
                <a:spcPts val="1800"/>
              </a:spcAft>
              <a:defRPr sz="2200"/>
            </a:pPr>
            <a:r>
              <a:t>For formal evaluation, use a larger documented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AI Capstone · SMS Spam Detection ·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15F23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Clean blank, duplicate, and invalid rows</a:t>
            </a:r>
          </a:p>
          <a:p>
            <a:pPr>
              <a:spcAft>
                <a:spcPts val="1800"/>
              </a:spcAft>
              <a:defRPr sz="2200"/>
            </a:pPr>
            <a:r>
              <a:t>Convert text to numeric TF-IDF features</a:t>
            </a:r>
          </a:p>
          <a:p>
            <a:pPr>
              <a:spcAft>
                <a:spcPts val="1800"/>
              </a:spcAft>
              <a:defRPr sz="2200"/>
            </a:pPr>
            <a:r>
              <a:t>Train Logistic Regression on a stratified split</a:t>
            </a:r>
          </a:p>
          <a:p>
            <a:pPr>
              <a:spcAft>
                <a:spcPts val="1800"/>
              </a:spcAft>
              <a:defRPr sz="2200"/>
            </a:pPr>
            <a:r>
              <a:t>Save model and evaluation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AI Capstone · SMS Spam Detection ·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15F23"/>
                </a:solidFill>
              </a:defRPr>
            </a:pPr>
            <a:r>
              <a:t>Demo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Streamlit app accepts a message and displays a prediction</a:t>
            </a:r>
          </a:p>
          <a:p>
            <a:pPr>
              <a:spcAft>
                <a:spcPts val="1800"/>
              </a:spcAft>
              <a:defRPr sz="2200"/>
            </a:pPr>
            <a:r>
              <a:t>Metrics: accuracy, precision, recall, F1-score, confusion matrix</a:t>
            </a:r>
          </a:p>
          <a:p>
            <a:pPr>
              <a:spcAft>
                <a:spcPts val="1800"/>
              </a:spcAft>
              <a:defRPr sz="2200"/>
            </a:pPr>
            <a:r>
              <a:t>Run python train.py to generate measured results</a:t>
            </a:r>
          </a:p>
          <a:p>
            <a:pPr>
              <a:spcAft>
                <a:spcPts val="1800"/>
              </a:spcAft>
              <a:defRPr sz="2200"/>
            </a:pPr>
            <a:r>
              <a:t>A model score is not proof that a message is malicious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AI Capstone · SMS Spam Detection ·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15F23"/>
                </a:solidFill>
              </a:defRPr>
            </a:pPr>
            <a:r>
              <a:t>Future Scope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Validate on a larger licensed dataset</a:t>
            </a:r>
          </a:p>
          <a:p>
            <a:pPr>
              <a:spcAft>
                <a:spcPts val="1800"/>
              </a:spcAft>
              <a:defRPr sz="2200"/>
            </a:pPr>
            <a:r>
              <a:t>Compare Naive Bayes and Linear SVM</a:t>
            </a:r>
          </a:p>
          <a:p>
            <a:pPr>
              <a:spcAft>
                <a:spcPts val="1800"/>
              </a:spcAft>
              <a:defRPr sz="2200"/>
            </a:pPr>
            <a:r>
              <a:t>Review false positives and false negatives</a:t>
            </a:r>
          </a:p>
          <a:p>
            <a:pPr>
              <a:spcAft>
                <a:spcPts val="1800"/>
              </a:spcAft>
              <a:defRPr sz="2200"/>
            </a:pPr>
            <a:r>
              <a:t>Protect private messages; do not auto-delete based on this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AI Capstone · SMS Spam Detection ·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